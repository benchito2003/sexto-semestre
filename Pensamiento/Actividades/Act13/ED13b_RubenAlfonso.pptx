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Proyecto Integrador: Pensamiento Crítico para la Solución de Problemas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Alfonso Gamboa Rubén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Universidad Veracruzana - Ingeniería Biomédica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Problema: Sensores de Glucosa No Invasivos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Necesidad Médica:</a:t>
            </a:r>
            <a:r>
              <a:rPr/>
              <a:t> Medir la glucosa en sangre de forma continua y sin dolor.</a:t>
            </a:r>
          </a:p>
          <a:p>
            <a:pPr lvl="0"/>
            <a:r>
              <a:rPr b="1"/>
              <a:t>La Falla Actual:</a:t>
            </a:r>
            <a:r>
              <a:rPr/>
              <a:t> Las lecturas fallan o son inexactas debido a variables dinámicas.</a:t>
            </a:r>
          </a:p>
          <a:p>
            <a:pPr lvl="0"/>
            <a:r>
              <a:rPr b="1"/>
              <a:t>Variables Particulares:</a:t>
            </a:r>
          </a:p>
          <a:p>
            <a:pPr lvl="1"/>
            <a:r>
              <a:rPr/>
              <a:t>Sudoración del paciente.</a:t>
            </a:r>
          </a:p>
          <a:p>
            <a:pPr lvl="1"/>
            <a:r>
              <a:rPr/>
              <a:t>Cambios de temperatura corporal.</a:t>
            </a:r>
          </a:p>
          <a:p>
            <a:pPr lvl="1"/>
            <a:r>
              <a:rPr/>
              <a:t>“Ruido” inherente a las pequeñas bioseñales.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Fundamentos Teóricos (Aparato Crítico)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 problema no se puede resolver desde una sola disciplina. Requiere integración:</a:t>
            </a:r>
          </a:p>
          <a:p>
            <a:pPr lvl="0" indent="-342900" marL="342900">
              <a:buAutoNum type="arabicPeriod"/>
            </a:pPr>
            <a:r>
              <a:rPr b="1"/>
              <a:t>Electrónica:</a:t>
            </a:r>
            <a:r>
              <a:rPr/>
              <a:t> Para la captación física de la señal mediante sensores.</a:t>
            </a:r>
          </a:p>
          <a:p>
            <a:pPr lvl="0" indent="-342900" marL="342900">
              <a:buAutoNum type="arabicPeriod"/>
            </a:pPr>
            <a:r>
              <a:rPr b="1"/>
              <a:t>Informática:</a:t>
            </a:r>
            <a:r>
              <a:rPr/>
              <a:t> Para el procesamiento avanzado de los datos obtenidos.</a:t>
            </a:r>
          </a:p>
          <a:p>
            <a:pPr lvl="0" indent="-342900" marL="342900">
              <a:buAutoNum type="arabicPeriod"/>
            </a:pPr>
            <a:r>
              <a:rPr b="1"/>
              <a:t>Matemáticas:</a:t>
            </a:r>
            <a:r>
              <a:rPr/>
              <a:t> Uso de herramientas de cálculo para el filtrado de señales.</a:t>
            </a:r>
          </a:p>
          <a:p>
            <a:pPr lvl="0" indent="0" marL="0">
              <a:buNone/>
            </a:pPr>
            <a:r>
              <a:rPr i="1"/>
              <a:t>El reto principal es el “ruido” biológico y electrónico que contamina los datos duros.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Alternativas de Solución Planteadas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Enfoque Matemático (Silogismo Hipotético):</a:t>
            </a:r>
            <a:r>
              <a:rPr/>
              <a:t> Si aplicamos transformadas de Fourier y Laplace a las señales, lograremos filtrar el ruido de alta frecuencia. Si filtramos el ruido, la precisión de la glucosa mejorará.</a:t>
            </a:r>
          </a:p>
          <a:p>
            <a:pPr lvl="0" indent="0" marL="0">
              <a:buNone/>
            </a:pPr>
            <a:r>
              <a:rPr b="1"/>
              <a:t>Enfoque Algorítmico (Abductivo):</a:t>
            </a:r>
            <a:r>
              <a:rPr/>
              <a:t> Las condiciones del paciente son dinámicas. La IA reconoce patrones y compensa variables en tiempo real. Por lo tanto, integrar IA en el software mejorará la calidad de la lectura.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Propuesta de Solución Seleccionada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Integración de algoritmos de Inteligencia Artificial (IA) con transformadas matemáticas (Fourier/Laplace).</a:t>
            </a:r>
          </a:p>
          <a:p>
            <a:pPr lvl="0"/>
            <a:r>
              <a:rPr b="1"/>
              <a:t>¿Cómo funciona?</a:t>
            </a:r>
          </a:p>
          <a:p>
            <a:pPr lvl="1"/>
            <a:r>
              <a:rPr i="1"/>
              <a:t>Fourier</a:t>
            </a:r>
            <a:r>
              <a:rPr/>
              <a:t> aísla las frecuencias de la glucosa del ruido externo.</a:t>
            </a:r>
          </a:p>
          <a:p>
            <a:pPr lvl="1"/>
            <a:r>
              <a:rPr i="1"/>
              <a:t>La Red Neuronal (IA)</a:t>
            </a:r>
            <a:r>
              <a:rPr/>
              <a:t> monitorea la temperatura y el sudor en tiempo real.</a:t>
            </a:r>
          </a:p>
          <a:p>
            <a:pPr lvl="1"/>
            <a:r>
              <a:rPr i="1"/>
              <a:t>Calibración Dinámica:</a:t>
            </a:r>
            <a:r>
              <a:rPr/>
              <a:t> Si el paciente suda, la IA compensa matemáticamente la desviación antes de mostrar el resultado.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Conclusión y Metacognición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El empirismo no basta:</a:t>
            </a:r>
            <a:r>
              <a:rPr/>
              <a:t> Antes solía buscar el error mediante “ensayo y error” o reiniciando sistemas movido por la frustración técnica.</a:t>
            </a:r>
          </a:p>
          <a:p>
            <a:pPr lvl="0"/>
            <a:r>
              <a:rPr b="1"/>
              <a:t>Estructuración Lógica:</a:t>
            </a:r>
            <a:r>
              <a:rPr/>
              <a:t> Aislar variables (hardware vs. software) mediante modelos analíticos permite un diagnóstico en frío.</a:t>
            </a:r>
          </a:p>
          <a:p>
            <a:pPr lvl="0"/>
            <a:r>
              <a:rPr b="1"/>
              <a:t>Resultados:</a:t>
            </a:r>
            <a:r>
              <a:rPr/>
              <a:t> La solución a problemas de ingeniería biomédica requiere un proceso argumentativo donde los datos duros validan las hipótesis.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Integrador: Pensamiento Crítico para la Solución de Problemas</dc:title>
  <dc:creator>Alfonso Gamboa Rubén</dc:creator>
  <cp:keywords/>
  <dcterms:created xsi:type="dcterms:W3CDTF">2026-06-01T02:49:50Z</dcterms:created>
  <dcterms:modified xsi:type="dcterms:W3CDTF">2026-06-01T02:49:50Z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Universidad Veracruzana - Ingeniería Biomédica</vt:lpwstr>
  </property>
</Properties>
</file>